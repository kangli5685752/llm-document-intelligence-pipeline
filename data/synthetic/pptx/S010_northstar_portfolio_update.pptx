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000" b="1">
                <a:solidFill>
                  <a:srgbClr val="1B2D47"/>
                </a:solidFill>
                <a:latin typeface="Aptos"/>
              </a:rPr>
              <a:t>Northstar Programme Portfolio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D699B"/>
                </a:solidFill>
                <a:latin typeface="Aptos"/>
              </a:rPr>
              <a:t>Reporting date: 15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32930"/>
                </a:solidFill>
                <a:latin typeface="Aptos"/>
              </a:rPr>
              <a:t>Development challenge fixture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5F6770"/>
                </a:solidFill>
                <a:latin typeface="Aptos"/>
              </a:rPr>
              <a:t>Fictional data created for portfolio testing; this is not a real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291840" cy="1143000"/>
          </a:xfrm>
          <a:prstGeom prst="roundRect">
            <a:avLst/>
          </a:prstGeom>
          <a:solidFill>
            <a:srgbClr val="E0F2E8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Programme status
Green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097280"/>
            <a:ext cx="3291840" cy="114300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Programme owner
Emma Clarke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291840" cy="114300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Approved budget
GBP 1.35 million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2971800"/>
            <a:ext cx="3291840" cy="114300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Target launch
15 December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971800"/>
            <a:ext cx="3291840" cy="114300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Reporting date
15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Workstream status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2915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Target date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Data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Noah Bennett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30 September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Service Portal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Chloe Hart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Green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15 November 2026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Training and Adoption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Aisha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1 December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Delivery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D699B"/>
                </a:solidFill>
                <a:latin typeface="Aptos"/>
              </a:rPr>
              <a:t>Pilot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331720"/>
            <a:ext cx="41148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2561463" y="2231136"/>
            <a:ext cx="226314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800600" y="2331720"/>
            <a:ext cx="41148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4893183" y="2231136"/>
            <a:ext cx="226314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132320" y="2331720"/>
            <a:ext cx="411480" cy="0"/>
          </a:xfrm>
          <a:prstGeom prst="line">
            <a:avLst/>
          </a:prstGeom>
          <a:ln w="25400"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>
            <a:off x="7224903" y="2231136"/>
            <a:ext cx="226314" cy="201168"/>
          </a:xfrm>
          <a:prstGeom prst="rightArrow">
            <a:avLst/>
          </a:prstGeom>
          <a:solidFill>
            <a:srgbClr val="2D699B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Ingest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92024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92024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Enrich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920240"/>
            <a:ext cx="1920240" cy="822960"/>
          </a:xfrm>
          <a:prstGeom prst="roundRect">
            <a:avLst/>
          </a:prstGeom>
          <a:solidFill>
            <a:srgbClr val="E0EEF7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2D47"/>
                </a:solidFill>
                <a:latin typeface="Aptos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54680"/>
            <a:ext cx="3383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Human review between Enrich and Publish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2743200"/>
            <a:ext cx="0" cy="411480"/>
          </a:xfrm>
          <a:prstGeom prst="line">
            <a:avLst/>
          </a:prstGeom>
          <a:ln>
            <a:solidFill>
              <a:srgbClr val="2D69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12915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Risk ID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Rating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Response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Vendor integration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Noah Bennett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Weekly integration checkpoint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R-02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Source-data quality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Chloe Hart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Validation rules and exception queue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Training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Aisha Cole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Train-the-trainer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Approved decisions and change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2915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Change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Previous value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Current value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Approval or effective date</a:t>
                      </a:r>
                    </a:p>
                  </a:txBody>
                  <a:tcPr>
                    <a:solidFill>
                      <a:srgbClr val="1B2D4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GBP 1.20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GBP 1.35 million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Approved 10 July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Target launch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30 November 2026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15 December 2026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Approved 12 July 2026</a:t>
                      </a:r>
                    </a:p>
                  </a:txBody>
                  <a:tcPr>
                    <a:solidFill>
                      <a:srgbClr val="E0EEF7"/>
                    </a:solidFill>
                  </a:tcPr>
                </a:tc>
              </a:tr>
              <a:tr h="129159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Programme owner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Alex Morgan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Emma Clarke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32930"/>
                          </a:solidFill>
                          <a:latin typeface="Aptos"/>
                        </a:rPr>
                        <a:t>Effective 14 July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1B2D47"/>
                </a:solidFill>
                <a:latin typeface="Aptos"/>
              </a:rPr>
              <a:t>Superseded snapshot – 30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F6770"/>
                </a:solidFill>
                <a:latin typeface="Aptos"/>
              </a:rPr>
              <a:t>Synthetic fixture – all names and details are fictional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992020"/>
                </a:solidFill>
                <a:latin typeface="Aptos"/>
              </a:rPr>
              <a:t>SUPERSEDED – do not use as the current programme 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560320" cy="123444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Programme status
Amber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240280"/>
            <a:ext cx="2560320" cy="123444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Programme owner
Alex Morgan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40280"/>
            <a:ext cx="2560320" cy="123444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Budget
GBP 1.20 million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40280"/>
            <a:ext cx="2560320" cy="1234440"/>
          </a:xfrm>
          <a:prstGeom prst="roundRect">
            <a:avLst/>
          </a:prstGeom>
          <a:solidFill>
            <a:srgbClr val="F9E0E0"/>
          </a:solidFill>
          <a:ln>
            <a:solidFill>
              <a:srgbClr val="2D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2D47"/>
                </a:solidFill>
                <a:latin typeface="Aptos"/>
              </a:rPr>
              <a:t>Target launch
30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Programme Portfolio Update</dc:title>
  <dc:subject>Development synthetic challenge fixture</dc:subject>
  <dc:creator>Kang Li</dc:creator>
  <cp:keywords/>
  <dc:description>generated using python-pptx</dc:description>
  <cp:lastModifiedBy>Kang Li</cp:lastModifiedBy>
  <cp:revision>1</cp:revision>
  <dcterms:created xsi:type="dcterms:W3CDTF">2026-07-15T00:00:00Z</dcterms:created>
  <dcterms:modified xsi:type="dcterms:W3CDTF">2026-07-15T00:00:00Z</dcterms:modified>
  <cp:category>Synthetic corpus fixture</cp:category>
</cp:coreProperties>
</file>