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000" b="1">
                <a:solidFill>
                  <a:srgbClr val="1B2D47"/>
                </a:solidFill>
                <a:latin typeface="Aptos"/>
              </a:rPr>
              <a:t>Civic Assist Pilot Steering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D699B"/>
                </a:solidFill>
                <a:latin typeface="Aptos"/>
              </a:rPr>
              <a:t>Reporting date: 18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32930"/>
                </a:solidFill>
                <a:latin typeface="Aptos"/>
              </a:rPr>
              <a:t>Held-out challenge fixture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770"/>
                </a:solidFill>
                <a:latin typeface="Aptos"/>
              </a:rPr>
              <a:t>Fictional data created for portfolio testing; this is not a real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Scope and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383280" cy="109728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Primary name
Civic Assist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383280" cy="109728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Technical alias
CivicAssist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383280" cy="109728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Project owner
Lewis Grant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1097280"/>
          </a:xfrm>
          <a:prstGeom prst="roundRect">
            <a:avLst/>
          </a:prstGeom>
          <a:solidFill>
            <a:srgbClr val="FFF1CC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Current status
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7132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B2D47"/>
                </a:solidFill>
                <a:latin typeface="Aptos"/>
              </a:rPr>
              <a:t>Purpose: route fictional resident enquiries to appropriate knowledge and human-review paths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Service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40280" y="2011680"/>
            <a:ext cx="36576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ight Arrow 4"/>
          <p:cNvSpPr/>
          <p:nvPr/>
        </p:nvSpPr>
        <p:spPr>
          <a:xfrm>
            <a:off x="2322576" y="1911095"/>
            <a:ext cx="201168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26280" y="2011680"/>
            <a:ext cx="36576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4608575" y="1911095"/>
            <a:ext cx="201168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812279" y="2011680"/>
            <a:ext cx="365761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6894575" y="1911095"/>
            <a:ext cx="201168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098280" y="2011680"/>
            <a:ext cx="36576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9180576" y="1911095"/>
            <a:ext cx="201168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60020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Citizen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60020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0020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Knowledge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0020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Human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60020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Response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2423160"/>
            <a:ext cx="0" cy="123444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069080"/>
            <a:ext cx="50292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6972300" y="3968496"/>
            <a:ext cx="274320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3657600"/>
            <a:ext cx="228600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Low 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3657600"/>
            <a:ext cx="228600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Specialist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97180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D699B"/>
                </a:solidFill>
                <a:latin typeface="Aptos"/>
              </a:rPr>
              <a:t>Exception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Pilot KPI table – synthetic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2915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Routing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Below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Human escalation rate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&lt;=15%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14%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Within threshold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Median response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&lt;=3.0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2.8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Within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Schedule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4389120" cy="1325880"/>
          </a:xfrm>
          <a:prstGeom prst="roundRect">
            <a:avLst/>
          </a:prstGeom>
          <a:solidFill>
            <a:srgbClr val="FFF1CC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Operations working date
31 March 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25880"/>
            <a:ext cx="4389120" cy="1325880"/>
          </a:xfrm>
          <a:prstGeom prst="roundRect">
            <a:avLst/>
          </a:prstGeom>
          <a:solidFill>
            <a:srgbClr val="FFF1CC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Procurement dependency date
15 April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18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92020"/>
                </a:solidFill>
                <a:latin typeface="Aptos"/>
              </a:rPr>
              <a:t>No final launch date has been approved.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Budget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4297680" cy="137160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Draft budget – superseded
GBP 880,000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17320"/>
            <a:ext cx="4297680" cy="1371600"/>
          </a:xfrm>
          <a:prstGeom prst="roundRect">
            <a:avLst/>
          </a:prstGeom>
          <a:solidFill>
            <a:srgbClr val="E0F2E8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Approved budget envelope
GBP 920,000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B2D47"/>
                </a:solidFill>
                <a:latin typeface="Aptos"/>
              </a:rPr>
              <a:t>Approval date: 16 July 2026
The draft value is superseded.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2915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Rating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R-03 Vendor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Lewis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R-04 Accessibility coverage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Mitigating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Sofia Mills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R-05 Knowledge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Ravi Dean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Steering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291840" cy="1051560"/>
          </a:xfrm>
          <a:prstGeom prst="roundRect">
            <a:avLst/>
          </a:prstGeom>
          <a:solidFill>
            <a:srgbClr val="FFF1CC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Status
Amber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097280"/>
            <a:ext cx="3291840" cy="10515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Project owner
Lewis Grant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291840" cy="10515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Approved budget
GBP 920,000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291840" cy="105156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Final launch date
Unresolved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743200"/>
            <a:ext cx="3291840" cy="10515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Go/no-go review
12 February 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91840" cy="105156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Vendor assurance risk
Remains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Assist Pilot Steering Pack</dc:title>
  <dc:subject>Held-out synthetic challenge fixture</dc:subject>
  <dc:creator>Kang Li</dc:creator>
  <cp:keywords/>
  <dc:description>generated using python-pptx</dc:description>
  <cp:lastModifiedBy>Kang Li</cp:lastModifiedBy>
  <cp:revision>1</cp:revision>
  <dcterms:created xsi:type="dcterms:W3CDTF">2026-07-18T00:00:00Z</dcterms:created>
  <dcterms:modified xsi:type="dcterms:W3CDTF">2026-07-18T00:00:00Z</dcterms:modified>
  <cp:category>Synthetic corpus fixture</cp:category>
</cp:coreProperties>
</file>